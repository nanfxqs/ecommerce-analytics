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33e66f59441bd" /><Relationship Type="http://schemas.openxmlformats.org/officeDocument/2006/relationships/extended-properties" Target="/docProps/app.xml" Id="R1f7cfd476a034c6e" /><Relationship Type="http://schemas.openxmlformats.org/officeDocument/2006/relationships/officeDocument" Target="/ppt/presentation.xml" Id="Re5cc19b9f5d740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9153ad0cb49b2"/>
    <p:sldMasterId xmlns:r="http://schemas.openxmlformats.org/officeDocument/2006/relationships" id="2147483660" r:id="Re989f082953f4daf"/>
  </p:sldMasterIdLst>
  <p:notesMasterIdLst>
    <p:notesMasterId xmlns:r="http://schemas.openxmlformats.org/officeDocument/2006/relationships" r:id="Rca713affe238422a"/>
  </p:notesMasterIdLst>
  <p:sldIdLst>
    <p:sldId xmlns:r="http://schemas.openxmlformats.org/officeDocument/2006/relationships" id="256" r:id="R233345686d0542f2"/>
    <p:sldId xmlns:r="http://schemas.openxmlformats.org/officeDocument/2006/relationships" id="273" r:id="R8bdbc5ec2c36411d"/>
    <p:sldId xmlns:r="http://schemas.openxmlformats.org/officeDocument/2006/relationships" id="257" r:id="Re48ce4cdfbc6426c"/>
    <p:sldId xmlns:r="http://schemas.openxmlformats.org/officeDocument/2006/relationships" id="258" r:id="R08ee03f2a3ff4dcd"/>
    <p:sldId xmlns:r="http://schemas.openxmlformats.org/officeDocument/2006/relationships" id="259" r:id="R774b000f9d0c4d15"/>
    <p:sldId xmlns:r="http://schemas.openxmlformats.org/officeDocument/2006/relationships" id="260" r:id="Ref9ab0ea2db240b7"/>
    <p:sldId xmlns:r="http://schemas.openxmlformats.org/officeDocument/2006/relationships" id="261" r:id="Re6a2a95a23694768"/>
    <p:sldId xmlns:r="http://schemas.openxmlformats.org/officeDocument/2006/relationships" id="262" r:id="R43ac7e7645604e84"/>
    <p:sldId xmlns:r="http://schemas.openxmlformats.org/officeDocument/2006/relationships" id="263" r:id="R5dcd36ac9a51472d"/>
    <p:sldId xmlns:r="http://schemas.openxmlformats.org/officeDocument/2006/relationships" id="264" r:id="R3592be473f534eb3"/>
    <p:sldId xmlns:r="http://schemas.openxmlformats.org/officeDocument/2006/relationships" id="265" r:id="Rd0311f07e29e4f33"/>
    <p:sldId xmlns:r="http://schemas.openxmlformats.org/officeDocument/2006/relationships" id="266" r:id="R47f90e88e2d14140"/>
    <p:sldId xmlns:r="http://schemas.openxmlformats.org/officeDocument/2006/relationships" id="267" r:id="R2393918949914a5d"/>
    <p:sldId xmlns:r="http://schemas.openxmlformats.org/officeDocument/2006/relationships" id="268" r:id="Rada73501ed764dce"/>
    <p:sldId xmlns:r="http://schemas.openxmlformats.org/officeDocument/2006/relationships" id="269" r:id="R184de4d8e8f641d3"/>
    <p:sldId xmlns:r="http://schemas.openxmlformats.org/officeDocument/2006/relationships" id="270" r:id="Ra2691112e4624d52"/>
    <p:sldId xmlns:r="http://schemas.openxmlformats.org/officeDocument/2006/relationships" id="271" r:id="R1ed4ea6b8b944905"/>
    <p:sldId xmlns:r="http://schemas.openxmlformats.org/officeDocument/2006/relationships" id="272" r:id="Rf49cb1f7f1a54a6f"/>
    <p:sldId xmlns:r="http://schemas.openxmlformats.org/officeDocument/2006/relationships" id="274" r:id="R257aab2db89f42b0"/>
    <p:sldId xmlns:r="http://schemas.openxmlformats.org/officeDocument/2006/relationships" id="275" r:id="R46c321d1bf5e441f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422c3758445d7" /><Relationship Type="http://schemas.openxmlformats.org/officeDocument/2006/relationships/slideMaster" Target="/ppt/slideMasters/slideMaster1.xml" Id="Rfaa9153ad0cb49b2" /><Relationship Type="http://schemas.openxmlformats.org/officeDocument/2006/relationships/slideMaster" Target="/ppt/slideMasters/slideMaster2.xml" Id="Re989f082953f4daf" /><Relationship Type="http://schemas.openxmlformats.org/officeDocument/2006/relationships/notesMaster" Target="/ppt/notesMasters/notesMaster1.xml" Id="Rca713affe238422a" /><Relationship Type="http://schemas.openxmlformats.org/officeDocument/2006/relationships/presProps" Target="/ppt/presProps.xml" Id="R21965973e5d14693" /><Relationship Type="http://schemas.openxmlformats.org/officeDocument/2006/relationships/viewProps" Target="/ppt/viewProps.xml" Id="R1177c5db399646d8" /><Relationship Type="http://schemas.openxmlformats.org/officeDocument/2006/relationships/tableStyles" Target="/ppt/tableStyles.xml" Id="R5e1fc2499f104902" /><Relationship Type="http://schemas.openxmlformats.org/officeDocument/2006/relationships/slide" Target="/ppt/slides/slide1.xml" Id="R233345686d0542f2" /><Relationship Type="http://schemas.openxmlformats.org/officeDocument/2006/relationships/slide" Target="/ppt/slides/slide2.xml" Id="Re48ce4cdfbc6426c" /><Relationship Type="http://schemas.openxmlformats.org/officeDocument/2006/relationships/slide" Target="/ppt/slides/slide3.xml" Id="R08ee03f2a3ff4dcd" /><Relationship Type="http://schemas.openxmlformats.org/officeDocument/2006/relationships/slide" Target="/ppt/slides/slide4.xml" Id="R774b000f9d0c4d15" /><Relationship Type="http://schemas.openxmlformats.org/officeDocument/2006/relationships/slide" Target="/ppt/slides/slide5.xml" Id="Ref9ab0ea2db240b7" /><Relationship Type="http://schemas.openxmlformats.org/officeDocument/2006/relationships/slide" Target="/ppt/slides/slide6.xml" Id="Re6a2a95a23694768" /><Relationship Type="http://schemas.openxmlformats.org/officeDocument/2006/relationships/slide" Target="/ppt/slides/slide7.xml" Id="R43ac7e7645604e84" /><Relationship Type="http://schemas.openxmlformats.org/officeDocument/2006/relationships/slide" Target="/ppt/slides/slide8.xml" Id="R5dcd36ac9a51472d" /><Relationship Type="http://schemas.openxmlformats.org/officeDocument/2006/relationships/slide" Target="/ppt/slides/slide9.xml" Id="R3592be473f534eb3" /><Relationship Type="http://schemas.openxmlformats.org/officeDocument/2006/relationships/slide" Target="/ppt/slides/slide10.xml" Id="Rd0311f07e29e4f33" /><Relationship Type="http://schemas.openxmlformats.org/officeDocument/2006/relationships/slide" Target="/ppt/slides/slide11.xml" Id="R47f90e88e2d14140" /><Relationship Type="http://schemas.openxmlformats.org/officeDocument/2006/relationships/slide" Target="/ppt/slides/slide12.xml" Id="R2393918949914a5d" /><Relationship Type="http://schemas.openxmlformats.org/officeDocument/2006/relationships/slide" Target="/ppt/slides/slide13.xml" Id="Rada73501ed764dce" /><Relationship Type="http://schemas.openxmlformats.org/officeDocument/2006/relationships/slide" Target="/ppt/slides/slide14.xml" Id="R184de4d8e8f641d3" /><Relationship Type="http://schemas.openxmlformats.org/officeDocument/2006/relationships/slide" Target="/ppt/slides/slide15.xml" Id="Ra2691112e4624d52" /><Relationship Type="http://schemas.openxmlformats.org/officeDocument/2006/relationships/slide" Target="/ppt/slides/slide16.xml" Id="R1ed4ea6b8b944905" /><Relationship Type="http://schemas.openxmlformats.org/officeDocument/2006/relationships/slide" Target="/ppt/slides/slide17.xml" Id="Rf49cb1f7f1a54a6f" /><Relationship Type="http://schemas.openxmlformats.org/officeDocument/2006/relationships/slide" Target="/ppt/slides/slide18.xml" Id="R8bdbc5ec2c36411d" /><Relationship Type="http://schemas.openxmlformats.org/officeDocument/2006/relationships/slide" Target="/ppt/slides/slide19.xml" Id="R257aab2db89f42b0" /><Relationship Type="http://schemas.openxmlformats.org/officeDocument/2006/relationships/slide" Target="/ppt/slides/slide20.xml" Id="R46c321d1bf5e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443f93ecd12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2b402a6954927" /><Relationship Type="http://schemas.openxmlformats.org/officeDocument/2006/relationships/notesMaster" Target="/ppt/notesMasters/notesMaster1.xml" Id="R4afb67cf9f9347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1f15cfec7840b7" /><Relationship Type="http://schemas.openxmlformats.org/officeDocument/2006/relationships/notesMaster" Target="/ppt/notesMasters/notesMaster1.xml" Id="Rdabc357df2e6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5a57ea7bd46ef" /><Relationship Type="http://schemas.openxmlformats.org/officeDocument/2006/relationships/notesMaster" Target="/ppt/notesMasters/notesMaster1.xml" Id="R4c9c77d71a05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1877f55f74e6c" /><Relationship Type="http://schemas.openxmlformats.org/officeDocument/2006/relationships/notesMaster" Target="/ppt/notesMasters/notesMaster1.xml" Id="R3c35975913ee43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dacb14cacc4794" /><Relationship Type="http://schemas.openxmlformats.org/officeDocument/2006/relationships/notesMaster" Target="/ppt/notesMasters/notesMaster1.xml" Id="R89fb6ceaae7a46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767655221444ab" /><Relationship Type="http://schemas.openxmlformats.org/officeDocument/2006/relationships/notesMaster" Target="/ppt/notesMasters/notesMaster1.xml" Id="R2f4d6914c2ff44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8cb5593484196" /><Relationship Type="http://schemas.openxmlformats.org/officeDocument/2006/relationships/notesMaster" Target="/ppt/notesMasters/notesMaster1.xml" Id="R13922bcfe663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30ec1bab9b424a" /><Relationship Type="http://schemas.openxmlformats.org/officeDocument/2006/relationships/notesMaster" Target="/ppt/notesMasters/notesMaster1.xml" Id="R8630cc7f843d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36cfc2c604f93" /><Relationship Type="http://schemas.openxmlformats.org/officeDocument/2006/relationships/notesMaster" Target="/ppt/notesMasters/notesMaster1.xml" Id="Rf08c5046c3444a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e9de0dd922405b" /><Relationship Type="http://schemas.openxmlformats.org/officeDocument/2006/relationships/notesMaster" Target="/ppt/notesMasters/notesMaster1.xml" Id="R1825ae19c3a64d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42fe0f9d7d4b7c" /><Relationship Type="http://schemas.openxmlformats.org/officeDocument/2006/relationships/notesMaster" Target="/ppt/notesMasters/notesMaster1.xml" Id="R803ac3e37e7947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29103feb104738" /><Relationship Type="http://schemas.openxmlformats.org/officeDocument/2006/relationships/notesMaster" Target="/ppt/notesMasters/notesMaster1.xml" Id="R62f19a18af3b43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882fbb5abb43ee" /><Relationship Type="http://schemas.openxmlformats.org/officeDocument/2006/relationships/notesMaster" Target="/ppt/notesMasters/notesMaster1.xml" Id="Rb45522afb4b042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b1569490f64406" /><Relationship Type="http://schemas.openxmlformats.org/officeDocument/2006/relationships/notesMaster" Target="/ppt/notesMasters/notesMaster1.xml" Id="R0136077d906f40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eb1480e04a4af4" /><Relationship Type="http://schemas.openxmlformats.org/officeDocument/2006/relationships/notesMaster" Target="/ppt/notesMasters/notesMaster1.xml" Id="Ra8878448b91043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4d4ea3b4d94d7d" /><Relationship Type="http://schemas.openxmlformats.org/officeDocument/2006/relationships/notesMaster" Target="/ppt/notesMasters/notesMaster1.xml" Id="Re195ecf1496540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a25a99bacf4b5b" /><Relationship Type="http://schemas.openxmlformats.org/officeDocument/2006/relationships/notesMaster" Target="/ppt/notesMasters/notesMaster1.xml" Id="Rc377850c648e47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9330c7d86e429e" /><Relationship Type="http://schemas.openxmlformats.org/officeDocument/2006/relationships/notesMaster" Target="/ppt/notesMasters/notesMaster1.xml" Id="Rc157c08da89340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dcc9a23da849cf" /><Relationship Type="http://schemas.openxmlformats.org/officeDocument/2006/relationships/notesMaster" Target="/ppt/notesMasters/notesMaster1.xml" Id="Rd4c08dab726548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2e495b029d4946" /><Relationship Type="http://schemas.openxmlformats.org/officeDocument/2006/relationships/notesMaster" Target="/ppt/notesMasters/notesMaster1.xml" Id="R85f52a15cc7a4f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7b3ab270640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4d17672d144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004b0ecc74f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a39d3a6574e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1929c97fa40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f68e9d85341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98dbd402e44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847f46ce74b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407ab763a4c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e9489964440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f9aa28525407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9897443b2243a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252e85c058427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0c18db43ca402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31854f1bf0401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2984c398eb4f7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bec18c7d7d467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254fe2abe8492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67975d818d40c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ce625b835546e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8a7219140d4c1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e931fb132d44b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36C421-6003-4C08-BDCF-437CF01F64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3B7B39-7A81-4130-BB3C-72C6F395D9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A2B3B6-36F2-4121-B320-C9081B59EE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72190E-4963-4F17-BBA3-48A86526A7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AA821-EF57-4728-8899-042BF4571D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7AE96E-54F0-4FCC-B21B-67A3B539A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A3CC1F-87F7-4B39-8302-10D944963E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D02140-1AD5-47F6-91FA-A4CE41931F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AEA4C5-F1D0-4BF5-9800-411DE1B749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08E806-E2AF-4F8B-B462-892C2B4F4D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5F2EDA-501F-453F-A346-CDD00AC105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71123F-7DB9-4687-A77C-584F4E7B4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F08FB9-3B4A-46FF-ABB7-38F7C47477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5797DF-D416-4A87-98E0-D92F522824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0FD30-8C4D-474F-A491-256BB18C4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0F1542-3B7B-4497-87E7-2916B6D4A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7C0BAF-A9C1-4804-AF55-D05A80A918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A09F89-5F97-4443-8386-D6CC17A9C4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793E0E-8069-445D-8C5B-6E039CEB57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7ECB5A-F23A-41FB-BDE4-6E67A9F568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C08367-E7DF-4013-80DA-FDB74AE2C2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A944F3-CD55-48F6-8180-62C701856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516207-1A44-4353-8990-CDACF43FF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A2FBAFD-41AB-4AA7-9483-BD196E0620E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9501E67-AF1D-4EB2-869F-1BFF58E526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3FB824-74D6-4A31-A306-FE58B15634C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25E64C9-F1FD-4E1D-8A71-CD9D2D0779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8D4FC7-E7C5-44DA-A3B5-96279C362A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B5BFEA7-102D-4341-A0B2-90BD05638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8B1C81-DC48-49D8-91CB-0E264B58D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9E84BEC-F6D5-4363-BB68-64E4292296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59D2ECF-AF14-498C-BC60-B5E9B294E7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3E50F50-A967-4657-B245-21780311E9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91ECB3D-98C8-4D5A-87A7-32145267A5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BCF3BB-A059-409C-B7E6-06411129A5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C3CAF79-F410-4A72-9F1A-370595C91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D1970F-8D2E-4095-A812-3D354CDCC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FA5967-3D73-4D95-8285-ABB2E94EC0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56A2F6-38E8-4DD5-94A3-33D22C2152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FD33ED-F7CE-4272-B1F2-B85D4BEE70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056CF0-9444-4C6E-8D9A-A8C4ADCE2F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8A6E45-CBC6-44E7-AF83-D24A3B543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A4B4AF-AFA3-430F-B1D0-A1986D10A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7528058-4905-44AD-874E-7D0FAE2A61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57A9240-105B-4FB9-B0EC-5B11E03A1A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E4756F-82B8-4099-AE55-DFE951E155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0F4BCF-BD73-4EB7-9776-A1F46C1F71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5FDCDA0-8473-4897-98FB-56900EE73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AE494-CFD2-4CE5-AF7F-832782D69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CDBB36-A427-4AC1-BCF9-FA1E74E6F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C4B115-A266-4E3F-A077-2C014606E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21AF97-B633-4F9B-94A2-7E84A19C08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401EA2-6088-41E6-8683-DBB901AB9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ADBF98B-EA55-40C7-AFD6-008AEB254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AA8C7-44A3-424E-9509-2A44D9071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795FE2-C6DD-41EB-B4EC-FF873AB78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1D0AE4-0E8E-41DD-9FC5-0A6138EB1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FACAE2-90EA-47F5-B82D-19F05BF0DC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AF795-DE46-41AF-A4DE-A125CDE283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6561F9-4F08-47A8-AE09-08645F0249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B96132-540D-4B02-AE82-595FD0D73C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864851-3306-461E-BD77-447EB7E8CE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C955B-C892-4469-A2C6-FD1C0E4A0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E90028-08A9-4716-B082-88C161000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A047D-2665-4FE7-9000-E66157A38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6C36B-72DA-4BBB-BD44-5A975ED01A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C8DC64-C93F-498D-9A5D-9E9F18AB87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0834CB-482F-45DD-B45A-0C7A1B7C0D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851C1D-CC19-4FAE-9ED4-7B33F6D3A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F24BF2-0B18-4DC1-B923-E0ED3A08C8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4149D4-54B5-4454-ADD0-D33772B13E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ED4125-1ADB-416D-9016-A67E8A771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E032A3-6A7D-438A-92B5-CFAC23066A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F14995-A3DF-4010-9122-E4ACB21B8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E716EC-7091-4189-9DC7-AEFEA91452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37893C-3A39-404D-9114-54550744EA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FD3CAA-5EE6-4CF0-9A88-EC076EC0AB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613BA4-A10E-4DC0-BE76-1198C447E7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EDB1B0-B9AA-47C0-B289-411863067E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3BC87-80CF-4179-9350-5C170A07B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2FF6F0-FEDB-4BE3-9090-D6CEBAADA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C52E51-5CC3-4F02-8C89-F40696C5F4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61A153-D7BE-410B-B00C-19A3A096CD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9531F72-494D-40A6-9EEA-74E3E87B2B6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761D87A-5658-4508-8F1C-A25A6DAAB2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47C8F0A-BD59-4FCD-9272-261ADAB3BB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6F5E8A1-568B-4E83-BFF4-1CADBC265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5CE309-D62E-47FE-BD06-F23047C3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F821AE6-668C-496A-ADF8-7804EE7BD5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BFD7EF2-7E20-4EC4-B9FD-449AD09F40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7D4E8B1-4CB3-4BD7-AE25-CEB617E50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FB6622-ACC8-4F42-BC58-F77E633EB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E834B36-7CE4-42FE-8DAF-487BCAFECC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AB4C080-C3C1-455B-AC0E-5DECAB4CCD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419628-311A-444F-A394-E3E81C159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11B468-2CA7-4B51-8F75-476277B08D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15938C5-271C-49BE-9847-473AC34CC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A288FB-E05C-42FC-A484-49E06A3DC8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522E846-5BC0-42FF-AD4E-A9C95C0C48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A45906-BEB5-456F-BAA8-B262D8446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47440A-B575-4EE1-B85B-8EB02994F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27D4C3-75EA-4323-99F7-D3BE2AA3B77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CAB8A80-7852-43AE-A927-413A9A235C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4AEFBAD-71EB-4D00-95F7-BA54B2B655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D0CD97-5295-4591-8A12-DF40712C3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1B4571-D129-4AC9-B067-4A0738AFAD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032885-1872-4E2E-A374-A764676D6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68E8D2-09D2-4169-AF5C-54F46AEBC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BE5058-95E7-45C2-BC4D-5311801D18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2DE9AB-8A07-498E-B082-4C0001488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0A1DEA-1810-47CA-B29D-B7CC40FA5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C85339A-3DF9-448D-93A9-B2806B51D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709B48-0F5E-4F17-9F5D-F16E948C4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0EDEF9-5211-4149-AB6B-99D742AC8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DF8F59-CFA5-4B82-B28B-81015C311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0F4F2C-A5B1-4116-86FD-8A7342A06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e2088f5f74a87" /><Relationship Type="http://schemas.openxmlformats.org/officeDocument/2006/relationships/slideLayout" Target="/ppt/slideLayouts/slideLayout1.xml" Id="Rf09628dfbcce424f" /><Relationship Type="http://schemas.openxmlformats.org/officeDocument/2006/relationships/slideLayout" Target="/ppt/slideLayouts/slideLayout2.xml" Id="R743f8f790d7f4aad" /><Relationship Type="http://schemas.openxmlformats.org/officeDocument/2006/relationships/slideLayout" Target="/ppt/slideLayouts/slideLayout3.xml" Id="R3f221c0d74e240b7" /><Relationship Type="http://schemas.openxmlformats.org/officeDocument/2006/relationships/slideLayout" Target="/ppt/slideLayouts/slideLayout4.xml" Id="Rf7121798b43b49d5" /><Relationship Type="http://schemas.openxmlformats.org/officeDocument/2006/relationships/slideLayout" Target="/ppt/slideLayouts/slideLayout5.xml" Id="R4f23ef357fe8498a" /><Relationship Type="http://schemas.openxmlformats.org/officeDocument/2006/relationships/slideLayout" Target="/ppt/slideLayouts/slideLayout6.xml" Id="R2e6fd2c0270741df" /><Relationship Type="http://schemas.openxmlformats.org/officeDocument/2006/relationships/slideLayout" Target="/ppt/slideLayouts/slideLayout7.xml" Id="Rd02f2f1f58b64344" /><Relationship Type="http://schemas.openxmlformats.org/officeDocument/2006/relationships/slideLayout" Target="/ppt/slideLayouts/slideLayout8.xml" Id="R63ca023ff1474ebe" /><Relationship Type="http://schemas.openxmlformats.org/officeDocument/2006/relationships/slideLayout" Target="/ppt/slideLayouts/slideLayout9.xml" Id="R0eae01ad2781476f" /><Relationship Type="http://schemas.openxmlformats.org/officeDocument/2006/relationships/slideLayout" Target="/ppt/slideLayouts/slideLayout10.xml" Id="R56795bf38ac2424c" /><Relationship Type="http://schemas.openxmlformats.org/officeDocument/2006/relationships/slideLayout" Target="/ppt/slideLayouts/slideLayout11.xml" Id="R58112d99b386451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78586b216934a11" /><Relationship Type="http://schemas.openxmlformats.org/officeDocument/2006/relationships/slideLayout" Target="/ppt/slideLayouts/slideLayout12.xml" Id="Rca6218bde8194c38" /><Relationship Type="http://schemas.openxmlformats.org/officeDocument/2006/relationships/slideLayout" Target="/ppt/slideLayouts/slideLayout13.xml" Id="R97ccbc9a6cee45ec" /><Relationship Type="http://schemas.openxmlformats.org/officeDocument/2006/relationships/slideLayout" Target="/ppt/slideLayouts/slideLayout14.xml" Id="Ra53c8945734b4df6" /><Relationship Type="http://schemas.openxmlformats.org/officeDocument/2006/relationships/slideLayout" Target="/ppt/slideLayouts/slideLayout15.xml" Id="R0909c6fab2fd4200" /><Relationship Type="http://schemas.openxmlformats.org/officeDocument/2006/relationships/slideLayout" Target="/ppt/slideLayouts/slideLayout16.xml" Id="R2f23ea05058c4e4f" /><Relationship Type="http://schemas.openxmlformats.org/officeDocument/2006/relationships/slideLayout" Target="/ppt/slideLayouts/slideLayout17.xml" Id="R6dc6bc0ab50444c6" /><Relationship Type="http://schemas.openxmlformats.org/officeDocument/2006/relationships/slideLayout" Target="/ppt/slideLayouts/slideLayout18.xml" Id="Rea8ad7cf54304622" /><Relationship Type="http://schemas.openxmlformats.org/officeDocument/2006/relationships/slideLayout" Target="/ppt/slideLayouts/slideLayout19.xml" Id="R3bf41ab3d13249e0" /><Relationship Type="http://schemas.openxmlformats.org/officeDocument/2006/relationships/slideLayout" Target="/ppt/slideLayouts/slideLayout20.xml" Id="R46b48278d9694577" /><Relationship Type="http://schemas.openxmlformats.org/officeDocument/2006/relationships/slideLayout" Target="/ppt/slideLayouts/slideLayout21.xml" Id="Racb54f26c3dc449a" /><Relationship Type="http://schemas.openxmlformats.org/officeDocument/2006/relationships/slideLayout" Target="/ppt/slideLayouts/slideLayout22.xml" Id="Rd03e2e227db241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6A1D134-F8C7-44A5-9E21-411E2FD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D39C7A-A7FA-49EF-B394-22886633E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758E2B-FDBF-4A35-8B6A-12C8D086907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86116B-EF1D-4B78-9063-33CBA10488E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1ADEE4-5EB5-461B-8635-606AB974BC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628dfbcce424f"/>
    <p:sldLayoutId xmlns:r="http://schemas.openxmlformats.org/officeDocument/2006/relationships" id="2147483650" r:id="R743f8f790d7f4aad"/>
    <p:sldLayoutId xmlns:r="http://schemas.openxmlformats.org/officeDocument/2006/relationships" id="2147483651" r:id="R3f221c0d74e240b7"/>
    <p:sldLayoutId xmlns:r="http://schemas.openxmlformats.org/officeDocument/2006/relationships" id="2147483652" r:id="Rf7121798b43b49d5"/>
    <p:sldLayoutId xmlns:r="http://schemas.openxmlformats.org/officeDocument/2006/relationships" id="2147483653" r:id="R4f23ef357fe8498a"/>
    <p:sldLayoutId xmlns:r="http://schemas.openxmlformats.org/officeDocument/2006/relationships" id="2147483654" r:id="R2e6fd2c0270741df"/>
    <p:sldLayoutId xmlns:r="http://schemas.openxmlformats.org/officeDocument/2006/relationships" id="2147483655" r:id="Rd02f2f1f58b64344"/>
    <p:sldLayoutId xmlns:r="http://schemas.openxmlformats.org/officeDocument/2006/relationships" id="2147483656" r:id="R63ca023ff1474ebe"/>
    <p:sldLayoutId xmlns:r="http://schemas.openxmlformats.org/officeDocument/2006/relationships" id="2147483657" r:id="R0eae01ad2781476f"/>
    <p:sldLayoutId xmlns:r="http://schemas.openxmlformats.org/officeDocument/2006/relationships" id="2147483658" r:id="R56795bf38ac2424c"/>
    <p:sldLayoutId xmlns:r="http://schemas.openxmlformats.org/officeDocument/2006/relationships" id="2147483659" r:id="R58112d99b386451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86244A2-728D-4037-9A5C-7C68AF4934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64D26B-6A63-4AB2-9206-703B78799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E5F243-4492-403E-8664-B9AC28DB4A6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BA8317-925A-4CD1-8146-4E232F415C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981170-B16B-42A6-A305-9A7976E2D6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a6218bde8194c38"/>
    <p:sldLayoutId xmlns:r="http://schemas.openxmlformats.org/officeDocument/2006/relationships" id="2147483662" r:id="R97ccbc9a6cee45ec"/>
    <p:sldLayoutId xmlns:r="http://schemas.openxmlformats.org/officeDocument/2006/relationships" id="2147483663" r:id="Ra53c8945734b4df6"/>
    <p:sldLayoutId xmlns:r="http://schemas.openxmlformats.org/officeDocument/2006/relationships" id="2147483664" r:id="R0909c6fab2fd4200"/>
    <p:sldLayoutId xmlns:r="http://schemas.openxmlformats.org/officeDocument/2006/relationships" id="2147483665" r:id="R2f23ea05058c4e4f"/>
    <p:sldLayoutId xmlns:r="http://schemas.openxmlformats.org/officeDocument/2006/relationships" id="2147483666" r:id="R6dc6bc0ab50444c6"/>
    <p:sldLayoutId xmlns:r="http://schemas.openxmlformats.org/officeDocument/2006/relationships" id="2147483667" r:id="Rea8ad7cf54304622"/>
    <p:sldLayoutId xmlns:r="http://schemas.openxmlformats.org/officeDocument/2006/relationships" id="2147483668" r:id="R3bf41ab3d13249e0"/>
    <p:sldLayoutId xmlns:r="http://schemas.openxmlformats.org/officeDocument/2006/relationships" id="2147483669" r:id="R46b48278d9694577"/>
    <p:sldLayoutId xmlns:r="http://schemas.openxmlformats.org/officeDocument/2006/relationships" id="2147483670" r:id="Racb54f26c3dc449a"/>
    <p:sldLayoutId xmlns:r="http://schemas.openxmlformats.org/officeDocument/2006/relationships" id="2147483671" r:id="Rd03e2e227db2411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37e4552ebf34206" /><Relationship Type="http://schemas.openxmlformats.org/officeDocument/2006/relationships/notesSlide" Target="/ppt/notesSlides/notesSlide1.xml" Id="Rf6402c935e3f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71b8b1428414821" /><Relationship Type="http://schemas.openxmlformats.org/officeDocument/2006/relationships/notesSlide" Target="/ppt/notesSlides/notesSlide2.xml" Id="Rdd02d82d8f47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937695d37bf458b" /><Relationship Type="http://schemas.openxmlformats.org/officeDocument/2006/relationships/notesSlide" Target="/ppt/notesSlides/notesSlide3.xml" Id="R4f5d974e10cf42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2fccdb968fd4d95" /><Relationship Type="http://schemas.openxmlformats.org/officeDocument/2006/relationships/notesSlide" Target="/ppt/notesSlides/notesSlide4.xml" Id="Rce45ff66774448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943d456a852484f" /><Relationship Type="http://schemas.openxmlformats.org/officeDocument/2006/relationships/notesSlide" Target="/ppt/notesSlides/notesSlide5.xml" Id="Rfd47f213cb7f48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d24ff3327524e6f" /><Relationship Type="http://schemas.openxmlformats.org/officeDocument/2006/relationships/notesSlide" Target="/ppt/notesSlides/notesSlide6.xml" Id="R6c71c12379d0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006c358da934aab" /><Relationship Type="http://schemas.openxmlformats.org/officeDocument/2006/relationships/notesSlide" Target="/ppt/notesSlides/notesSlide7.xml" Id="R20809ec47bba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81212de0fae4f45" /><Relationship Type="http://schemas.openxmlformats.org/officeDocument/2006/relationships/notesSlide" Target="/ppt/notesSlides/notesSlide8.xml" Id="R320ca75de73f47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af714ee32304a67" /><Relationship Type="http://schemas.openxmlformats.org/officeDocument/2006/relationships/notesSlide" Target="/ppt/notesSlides/notesSlide9.xml" Id="R7d828a1abc694a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78e2b44399e4fdb" /><Relationship Type="http://schemas.openxmlformats.org/officeDocument/2006/relationships/notesSlide" Target="/ppt/notesSlides/notesSlide10.xml" Id="Ra82f47a97fe64a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932536858d6426b" /><Relationship Type="http://schemas.openxmlformats.org/officeDocument/2006/relationships/image" Target="/ppt/media/image.png" Id="R99e45e9b6d6547bf" /><Relationship Type="http://schemas.openxmlformats.org/officeDocument/2006/relationships/notesSlide" Target="/ppt/notesSlides/notesSlide11.xml" Id="R619877c0729549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bfc758e36904a78" /><Relationship Type="http://schemas.openxmlformats.org/officeDocument/2006/relationships/image" Target="/ppt/media/image2.png" Id="R416158b26a7d4297" /><Relationship Type="http://schemas.openxmlformats.org/officeDocument/2006/relationships/notesSlide" Target="/ppt/notesSlides/notesSlide12.xml" Id="R793d3821b31643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31002dfde004d07" /><Relationship Type="http://schemas.openxmlformats.org/officeDocument/2006/relationships/image" Target="/ppt/media/image3.png" Id="R7f78d86d36354ff1" /><Relationship Type="http://schemas.openxmlformats.org/officeDocument/2006/relationships/notesSlide" Target="/ppt/notesSlides/notesSlide13.xml" Id="R60bf51f94a954d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7e5473ca98d4701" /><Relationship Type="http://schemas.openxmlformats.org/officeDocument/2006/relationships/image" Target="/ppt/media/image4.png" Id="R41dcc22d69764173" /><Relationship Type="http://schemas.openxmlformats.org/officeDocument/2006/relationships/notesSlide" Target="/ppt/notesSlides/notesSlide14.xml" Id="R27e5dd761e0b4e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90b27248f24eb3" /><Relationship Type="http://schemas.openxmlformats.org/officeDocument/2006/relationships/image" Target="/ppt/media/image5.png" Id="R13870768df304d12" /><Relationship Type="http://schemas.openxmlformats.org/officeDocument/2006/relationships/notesSlide" Target="/ppt/notesSlides/notesSlide15.xml" Id="Rdba900aaddad44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75092e2cf194445" /><Relationship Type="http://schemas.openxmlformats.org/officeDocument/2006/relationships/image" Target="/ppt/media/image6.png" Id="R8bb14923101249d3" /><Relationship Type="http://schemas.openxmlformats.org/officeDocument/2006/relationships/notesSlide" Target="/ppt/notesSlides/notesSlide16.xml" Id="R2358969843aa42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a801b280c084013" /><Relationship Type="http://schemas.openxmlformats.org/officeDocument/2006/relationships/chart" Target="/ppt/slides/charts/chart1.xml" Id="R36c7fadce80742ab" /><Relationship Type="http://schemas.openxmlformats.org/officeDocument/2006/relationships/notesSlide" Target="/ppt/notesSlides/notesSlide17.xml" Id="R7b1e1242528a4c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f97e62befa347d7" /><Relationship Type="http://schemas.openxmlformats.org/officeDocument/2006/relationships/notesSlide" Target="/ppt/notesSlides/notesSlide18.xml" Id="R271e22852ac043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33c2209b7df4d5d" /><Relationship Type="http://schemas.openxmlformats.org/officeDocument/2006/relationships/notesSlide" Target="/ppt/notesSlides/notesSlide19.xml" Id="R53f2b84bf09e4a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365e3c47efd4d2e" /><Relationship Type="http://schemas.openxmlformats.org/officeDocument/2006/relationships/notesSlide" Target="/ppt/notesSlides/notesSlide20.xml" Id="R4fcf4b9efe574e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P95上界（秒）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初次</c:v>
                </c:pt>
                <c:pt idx="1">
                  <c:v>观察优化</c:v>
                </c:pt>
                <c:pt idx="2">
                  <c:v>检查点</c:v>
                </c:pt>
                <c:pt idx="3">
                  <c:v>写入合并</c:v>
                </c:pt>
                <c:pt idx="4">
                  <c:v>5分钟预检</c:v>
                </c:pt>
                <c:pt idx="5">
                  <c:v>15分钟正式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13.62</c:v>
                </c:pt>
                <c:pt idx="1">
                  <c:v>12.27</c:v>
                </c:pt>
                <c:pt idx="2">
                  <c:v>11.36</c:v>
                </c:pt>
                <c:pt idx="3">
                  <c:v>10.82</c:v>
                </c:pt>
                <c:pt idx="4">
                  <c:v>9.48</c:v>
                </c:pt>
                <c:pt idx="5">
                  <c:v>8.58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82437"/>
                  </a:solidFill>
                  <a:latin typeface="Aptos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ptos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F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ptos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8084E-EB1B-4C42-B67A-843A528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A466632-24FD-4188-B4E7-069C57F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1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常州大学 / 分布式系统原理与实践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F267A0-0FE3-496B-9E4D-57D65178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  <a:defRPr sz="10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团队汇报 / 01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49A8EA-862F-4711-B1C1-9656EDC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A06A99-20C6-4D39-960E-DBFCEAF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93B74C-C34C-4ACC-90E4-091B613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42569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5A00B89-25F0-477A-949E-8BE1B076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37160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DED6FCE-951A-430D-8594-1F7E3207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17556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2EA23C9-EB7B-45D8-A12B-377C7B0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139696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A01292E-5E3B-4F43-A61C-6A11A8F5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523744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14B281A-35FF-475F-8822-7CAA193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907791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0C9CE1E6-37AA-43D4-B5AF-2DAF3F8E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9184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FC88D91-0771-45ED-A168-FC0FBC0B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67665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电商日志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B57338-434F-4F50-B64F-865F2D73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6858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480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分析系统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EB7FD03-4560-4D8F-B218-E615487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9067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DDCA7-8B56-4445-B8E3-19FD9456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6035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21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基于 Kafka、HDFS 与 Spark 的</a:t>
            </a:r>
          </a:p>
          <a:p xmlns:a="http://schemas.openxmlformats.org/drawingml/2006/main">
            <a:pPr>
              <a:spcAft>
                <a:spcPts val="0"/>
              </a:spcAft>
              <a:buNone/>
              <a:defRPr sz="21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10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分布式采集与分析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D44C12-9086-427F-A418-ED5B42C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45720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电商日志分析项目组 / 2026.10.20</a:t>
            </a:r>
          </a:p>
        </p:txBody>
      </p:sp>
    </p:spTree>
    <p:extLst>
      <p:ext uri="{BB962C8B-B14F-4D97-AF65-F5344CB8AC3E}">
        <p14:creationId xmlns:p14="http://schemas.microsoft.com/office/powerpoint/2010/main" val="805580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F0BE-B0B7-41E3-BAA7-A717B18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E1EF6-1B29-44B4-930A-2C7D71D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9FE41-E07F-4E53-ACAD-A25D7E83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让历史行为数据经过真实分布式链路，得到可解释、可核对的结果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02561-B925-4195-A0EA-41CA7CC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B16A1-49F6-44BA-BAA4-E6D48528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可靠采集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66E5E-650A-4482-8C4A-F3312E76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来源可追溯</a:t>
            </a:r>
          </a:p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回放可控制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EF373-0CB4-4D2B-8A90-9A9FA54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5CBAF-CFDA-46EC-B9F4-D1E2299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9562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分布式计算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23F2-B0D3-406B-9538-A2784C6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跨节点执行</a:t>
            </a:r>
          </a:p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流批口径一致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B3A5A-E4E4-47C6-B637-F8A54E0C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467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D48A8-934E-4083-A5B2-6EF67F6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可验证展示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3090F-D7D6-4D40-986B-363C923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历史分析完整</a:t>
            </a:r>
          </a:p>
          <a:p xmlns:a="http://schemas.openxmlformats.org/drawingml/2006/main">
            <a:pPr algn="ctr">
              <a:def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实时过程可见</a:t>
            </a:r>
          </a:p>
        </p:txBody>
      </p:sp>
    </p:spTree>
    <p:extLst>
      <p:ext uri="{BB962C8B-B14F-4D97-AF65-F5344CB8AC3E}">
        <p14:creationId xmlns:p14="http://schemas.microsoft.com/office/powerpoint/2010/main" val="16393083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C06EA-7253-49D8-A7D6-AC4C105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B546DD-8946-4819-82B2-A50AC415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644777-F9EF-4B41-9B0E-1290764E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C72A6D-DA5B-4A1C-9F24-400936A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5FA6BD-F2E4-477A-B21A-0AC4A6E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3A4B6-3C99-42F2-A38E-36F178A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2D3FC-A09B-4AE0-BD83-8C8214E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数据范围与规模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5B617-A745-453A-AA52-5350F665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Retailrocket 公开历史行为；原始事件时间为 UTC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3E3E-6D5E-459C-98B4-AAE6053A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4671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A8AB9-2434-47F7-8814-A64A43E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2,756,101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6BBB1-6623-4A64-9E04-C15CC34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行为事件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4F883-D227-4C63-A5E1-B978FB5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4671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20CC8-A062-48A4-86C4-BB8DC0EC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1,407,580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9CFFA-07E7-41C3-BE94-192008B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独立访客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A5710-8D1C-4013-92E5-F1E08EF2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4671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173D-878E-4F8D-A39D-375D8C3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6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139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32B3F-8213-4ED3-8927-4A8AF15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UTC 日期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4A285-65EA-4E5C-8C7E-4BE6596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2015-05-03—2015-09-18 ｜ 浏览、加购、购买 ｜ 历史回放不等于当前用户访问</a:t>
            </a:r>
          </a:p>
        </p:txBody>
      </p:sp>
    </p:spTree>
    <p:extLst>
      <p:ext uri="{BB962C8B-B14F-4D97-AF65-F5344CB8AC3E}">
        <p14:creationId xmlns:p14="http://schemas.microsoft.com/office/powerpoint/2010/main" val="11119903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10D0AB-19F8-4139-94AD-2E777C5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76D2BF-4C9C-4D21-A679-F97950F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F94890-50D3-467F-9E41-4AEA8B2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C5C22E-FFED-4153-95CD-730DEDB3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FE4EBC3-A8A1-47E0-B361-E134770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6D46-70EF-41AE-A6C4-C8E00C4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采集与统计 / 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0D8C8-DEB9-4E9C-BBD4-3F35799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数据与指标口径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A5532-A37E-4CA1-BE52-2283244A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把“计数是什么”说清楚，避免用展示名称代替统计定义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E69E1-07A9-4E7A-A7BD-44CABFF2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2387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752B1-6894-48BB-8626-4CD6EE5E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89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事件与消息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33553-D10C-4220-9F44-B8FE999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事件数按有效唯一源记录统计</a:t>
            </a:r>
          </a:p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物理消息量允许包含重试</a:t>
            </a:r>
          </a:p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不同源行的相同内容仍保留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6EC75-58CA-4206-94C6-D1CE9E9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523875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3F709-4409-4EBE-8DF8-76CCAFF7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89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访客与日期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B2972-B0EB-4417-ACF6-B04C49EB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访客以 visitorid 去重</a:t>
            </a:r>
          </a:p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日期按原始事件 UTC</a:t>
            </a:r>
          </a:p>
          <a:p xmlns:a="http://schemas.openxmlformats.org/drawingml/2006/main">
            <a:pPr algn="l">
              <a:def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购买交集不代表严格先后顺序</a:t>
            </a:r>
          </a:p>
        </p:txBody>
      </p:sp>
    </p:spTree>
    <p:extLst>
      <p:ext uri="{BB962C8B-B14F-4D97-AF65-F5344CB8AC3E}">
        <p14:creationId xmlns:p14="http://schemas.microsoft.com/office/powerpoint/2010/main" val="456494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F1573-2EAD-473D-8077-B72CB1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EF1D75-4C4B-455D-8ACB-038088A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5F4999-4A6D-4318-A3F2-F7200FF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B4792B-848E-4A26-818E-6F4C130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31ED64-DE00-4048-9AB7-BCA6B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07B4B-9EBF-4E21-8EF1-97268B7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CD171-FD4B-4DCD-8563-4BEDDE22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整体架构：以大数据组件为节点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57FE7-6DD7-4409-853F-B5976AA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Kafka 传输，Spark 计算，HDFS 持久化，YARN 分配计算资源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22230-A830-4D09-BB12-3208019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2383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51624-CB27-4FDA-B8DE-18D8939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8954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Kafka</a:t>
            </a:r>
          </a:p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分区日志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9E428-F45D-4755-8272-95AF6C3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6C9F3-0D82-4DCC-BF44-E6D17BBE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90875"/>
            <a:ext cx="23526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DCA0B-DF14-47AB-B1F3-17A14CA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05175"/>
            <a:ext cx="20097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Spark</a:t>
            </a:r>
          </a:p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流批计算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56AA7-C23E-4017-AE15-CF8D6380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524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BCAC0-20E1-4A12-B2D1-5A8BE43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90875"/>
            <a:ext cx="24860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C5EC0-1744-4EF5-AAE0-EE97C26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05175"/>
            <a:ext cx="21431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HDFS</a:t>
            </a:r>
          </a:p>
          <a:p xmlns:a="http://schemas.openxmlformats.org/drawingml/2006/main">
            <a: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原始 · 检查点</a:t>
            </a:r>
          </a:p>
          <a:p xmlns:a="http://schemas.openxmlformats.org/drawingml/2006/main">
            <a:pPr algn="ctr">
              <a:def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35195-2A7E-42A5-BAD8-60A1089F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4C43B-567B-4785-BEF1-F67B32DB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22383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95B29-B822-4968-91FC-C9305F25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05175"/>
            <a:ext cx="18954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FastAPI / React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查询与展示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D7E03-1CDA-472F-B783-AB47985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238375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CC195-7A39-4D86-8B9D-D296DCE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1895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ZooKeeper</a:t>
            </a:r>
          </a:p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集群协调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DADEB-56E9-4AB4-919D-9CB9472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86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9B217-4FE0-4511-A6E9-10672E99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352675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3B2FC-6163-45CB-9965-2B98806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YARN · 资源调度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AD343-BE64-4479-AA16-5D699D02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860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CAC37-14CD-461F-BE8D-77BFE9F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历史批处理从 HDFS 读取已落盘输入；校验后导出为本地只读查询快照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F9CD4-19DB-465D-8E4F-5FF1B88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公开 CSV → edge 回放生产者 → Kafka；浏览器不直接连接 Kafka 或提交 Spark</a:t>
            </a:r>
          </a:p>
        </p:txBody>
      </p:sp>
    </p:spTree>
    <p:extLst>
      <p:ext uri="{BB962C8B-B14F-4D97-AF65-F5344CB8AC3E}">
        <p14:creationId xmlns:p14="http://schemas.microsoft.com/office/powerpoint/2010/main" val="540959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D818A-7F05-4314-8192-E7658B2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00F2F-9AC4-4443-9B7A-7F29B10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三节点执行与边界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C60E5-ADD0-4EAF-8E16-89C5110C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复用三台虚拟机上的 ZooKeeper、Kafka、HDFS HA 和 YARN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D82CA-D73D-40B1-B782-7BC29AF3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467100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6D37E-02B8-4BAB-B748-F6E28E9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hadoop01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55E74-7C10-4416-8186-91EA045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009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edge / client driver</a:t>
            </a:r>
          </a:p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协调与作业提交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01762-FB7F-4BDD-AD8C-4927981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3467100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A9E50-2B56-425C-9C51-9CEC6324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hadoop02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39C16-297B-462B-981D-E9D92C1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3009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Kafka / HDFS / YARN</a:t>
            </a:r>
          </a:p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实际 executor 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7D2FD-A601-4D4E-936F-1D4CEE1F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67100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1D302-1AAC-4572-8503-0C8E17C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4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hadoop03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C32F1-5A8B-441C-9257-FBB6FC4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3009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Kafka / HDFS / YARN</a:t>
            </a:r>
          </a:p>
          <a:p xmlns:a="http://schemas.openxmlformats.org/drawingml/2006/main">
            <a:pPr algn="ctr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实际 executor 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F05F9-AC9B-4AEA-98EE-A86083D9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流任务 executor 已在 hadoop02 / hadoop03 执行；历史任务记录覆盖 hadoop01 / hadoop02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2E290-9870-4E94-AEA2-F7AE44EF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5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三个节点共享一个宿主：展示跨节点计算，不宣称宿主机故障容灾</a:t>
            </a:r>
          </a:p>
        </p:txBody>
      </p:sp>
    </p:spTree>
    <p:extLst>
      <p:ext uri="{BB962C8B-B14F-4D97-AF65-F5344CB8AC3E}">
        <p14:creationId xmlns:p14="http://schemas.microsoft.com/office/powerpoint/2010/main" val="3979473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F1573-2EAD-473D-8077-B72CB1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EF1D75-4C4B-455D-8ACB-038088A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5F4999-4A6D-4318-A3F2-F7200FF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B4792B-848E-4A26-818E-6F4C130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31ED64-DE00-4048-9AB7-BCA6B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D3DB4-BF72-4DCD-B769-81B640C4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29650-F9C3-4AB2-A222-FB2861D1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重发不等于新增事件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9D496-A95C-4F8D-A5F5-ED9174A0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用源文件身份与行号精确去重，不按事件内容误删不同源行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2F97A-188F-4A37-939E-D82CDBFD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86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1B24-9134-4886-A86E-0EB4424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94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363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50916-E52F-4CCD-86EF-2028D213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Kafka 实际消息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D9731-BDBC-4A3D-8D23-7BEF7AE4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3286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AA22-E34F-4F4F-A188-C17A6472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94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468EE-4F41-46F7-8F47-0A925B3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恢复重试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3C62B-7D4D-450E-97A2-4282598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286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EB6BC-0E2D-4ED2-BDF1-7E016A7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94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42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359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2B9CC-A3A4-428D-AB96-4F6E40F3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1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唯一源记录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BB073-A824-460D-9E57-2E406DD7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363 − 4 = 359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5FC5B-F08B-4B22-8B21-8D3F34F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真实恢复用例：同一轮次、同一 topic、同一已填充检查点；业务计数不翻倍</a:t>
            </a:r>
          </a:p>
        </p:txBody>
      </p:sp>
    </p:spTree>
    <p:extLst>
      <p:ext uri="{BB962C8B-B14F-4D97-AF65-F5344CB8AC3E}">
        <p14:creationId xmlns:p14="http://schemas.microsoft.com/office/powerpoint/2010/main" val="1273270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F1573-2EAD-473D-8077-B72CB1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EF1D75-4C4B-455D-8ACB-038088A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5F4999-4A6D-4318-A3F2-F7200FF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B4792B-848E-4A26-818E-6F4C130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31ED64-DE00-4048-9AB7-BCA6B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2D9ED-5DCD-4F40-9CF5-5122A04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89380-7B14-47A1-A1A2-90845BED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控制与恢复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1DEF8-B702-4831-BA24-8B6214CD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暂停只停生产，消费者继续处理；恢复必须延续原轮次与检查点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01068-CD59-4634-A79C-1113ED9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3E1C0-5740-49BC-BE44-2B6AEF0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A0B7-E84B-4A0B-8FF9-D6579EE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479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6EFF1-5716-49BC-8750-F837F3A7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C60A3-C481-4969-92F1-29427C8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813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B29CE-46BC-458B-A414-D594B3D9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479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C691F-9267-4D80-8B1E-16F8857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0B455-0872-46FD-84E2-DEBD0ED8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65015-CD6E-40C5-BCC4-34E9468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479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A8AD1-D55E-4282-9D53-19B7AB4B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885B6-8559-4870-96FC-734E082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813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继续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0779A-3104-472C-AE8B-1EC462B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857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199E5-8ACF-49BC-9CFD-7E293FC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提前停止 → 排空 → 不完整结果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DE4A6-91F6-4CD0-A3B9-D584EF4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4857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0B402-AAE7-4076-AFF7-701D00C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中断 → 人工恢复 → 精确去重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2E2A6-2202-4152-AE10-30B49B8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关闭浏览器不会停止后台；检查点损坏明确报错，不静默从头累计</a:t>
            </a:r>
          </a:p>
        </p:txBody>
      </p:sp>
    </p:spTree>
    <p:extLst>
      <p:ext uri="{BB962C8B-B14F-4D97-AF65-F5344CB8AC3E}">
        <p14:creationId xmlns:p14="http://schemas.microsoft.com/office/powerpoint/2010/main" val="9313523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F1573-2EAD-473D-8077-B72CB1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EF1D75-4C4B-455D-8ACB-038088A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5F4999-4A6D-4318-A3F2-F7200FF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B4792B-848E-4A26-818E-6F4C130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31ED64-DE00-4048-9AB7-BCA6B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1A1F3-926B-46DB-B1C8-87C5C55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采集与统计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8AB27-1811-4301-8A58-B1DC018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故障恢复与结果发布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E250-193D-4841-9293-1B2C4CFB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消息已确认与游标已落盘之间可能存在不确定尾部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C5F94-2864-4968-AA74-9CA6459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343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BA88B-E38E-4169-83A6-8DBB6D4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读取原轮次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A8C4D-AB23-448E-888F-8044A4C6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91621-64D0-422F-8DC1-3C83CB62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57500"/>
            <a:ext cx="2343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EE216-F124-4F8D-B9AC-5C38663E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718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校验检查点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91F5D-8B4F-4F6B-A4D6-0EC0F5B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432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E26E5-405E-4C14-A7A7-2627CC6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343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26F0F-4F7B-4CE3-B12B-A4B45B2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重发不确定尾部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3C760-E45C-4D62-B0D7-ADE5CB0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7E9EB-3CD8-4A84-8C2E-1B1C6BB1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57500"/>
            <a:ext cx="2343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99C02-3413-4D6E-B55D-2E5D9A69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718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排空并校验结果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2813F-06F9-4169-9805-45C3E5F3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正常 EOF → 保存最终实时结果 → 释放流资源 → 历史批处理 → 校验 → 原子发布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69CD7-71B3-464F-96E1-70A5FD5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提前停止不发布为完整历史；失败保留旧成功结果；检查点损坏不静默重建</a:t>
            </a:r>
          </a:p>
        </p:txBody>
      </p:sp>
    </p:spTree>
    <p:extLst>
      <p:ext uri="{BB962C8B-B14F-4D97-AF65-F5344CB8AC3E}">
        <p14:creationId xmlns:p14="http://schemas.microsoft.com/office/powerpoint/2010/main" val="17844884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10D0AB-19F8-4139-94AD-2E777C5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76D2BF-4C9C-4D21-A679-F97950F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F94890-50D3-467F-9E41-4AEA8B2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C5C22E-FFED-4153-95CD-730DEDB3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FE4EBC3-A8A1-47E0-B361-E134770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020E-94F7-4C98-A64A-E486844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69768-E0B5-401A-9DE3-F13993B3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关键决策与取舍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E3125-E313-4CFB-BA0E-ED6703D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用边界明确的设计换取可核对、可演示和可恢复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2E82D-ED77-48EF-A6E6-29A20C73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4671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32C01-61D2-4446-90F9-FF9E141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有界回放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E1916-47BC-4F77-8402-79B6B9A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固定输入只回放一次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E03DC-7A32-45C6-B347-894593E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结果范围明确，轮次独立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AD3F6-2CE1-4435-897C-17378770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34671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1C5E2-E96D-445A-B10B-71C66861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精确源身份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88D3A-14DB-4D40-97E0-E23F7236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7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不同源行保留相同内容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3DDE-C340-453F-AB85-D4D94CA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重试去重，合法乱序纳入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C79F5-9A5D-40C3-8135-97CFABC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671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E835B-0594-4DE9-BBF7-DFF43B3E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流批分阶段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3C084-EE99-430E-9098-A1FAC15B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排空并释放流资源后再跑批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F9DC9-9D5A-43D9-BBE8-6BCE404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6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避免受限集群同时争抢资源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278B3-A271-4DE7-A2DE-1B4A911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演示采用固定全量历史 + 独立实时轮次；实时操作不覆盖历史展示快照</a:t>
            </a:r>
          </a:p>
        </p:txBody>
      </p:sp>
    </p:spTree>
    <p:extLst>
      <p:ext uri="{BB962C8B-B14F-4D97-AF65-F5344CB8AC3E}">
        <p14:creationId xmlns:p14="http://schemas.microsoft.com/office/powerpoint/2010/main" val="3871547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9318-9C4A-4328-825D-58AD969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行为概览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03044-EF50-4EB9-9A57-9291D87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行为趋势与独立访客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EDFF8-6EEA-4DEB-A882-613A2294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按原始事件 UTC 分日；跨日访客重新去重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1A14E-68C0-4D60-868D-F2DB7CC26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45e9b6d6547bf"/>
          <a:stretch xmlns:a="http://schemas.openxmlformats.org/drawingml/2006/main"/>
        </p:blipFill>
        <p:spPr>
          <a:xfrm xmlns:a="http://schemas.openxmlformats.org/drawingml/2006/main">
            <a:off x="2727906" y="2381250"/>
            <a:ext cx="6736188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39EA1-1B68-44FC-954E-1AD1145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每日访客不能相加</a:t>
            </a:r>
          </a:p>
        </p:txBody>
      </p:sp>
    </p:spTree>
    <p:extLst>
      <p:ext uri="{BB962C8B-B14F-4D97-AF65-F5344CB8AC3E}">
        <p14:creationId xmlns:p14="http://schemas.microsoft.com/office/powerpoint/2010/main" val="2082367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4F927-EF17-4D53-9FEF-64AB4B4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购买关联 /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597CD-10F8-48E7-AEBD-217B435D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浏览、加购与购买的访客交集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98D92-F5B9-4062-80F6-795935D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交集用于描述关联，不推断行为发生顺序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49C22-BC23-4DBF-ACAB-9010D1C4F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158b26a7d4297"/>
          <a:stretch xmlns:a="http://schemas.openxmlformats.org/drawingml/2006/main"/>
        </p:blipFill>
        <p:spPr>
          <a:xfrm xmlns:a="http://schemas.openxmlformats.org/drawingml/2006/main">
            <a:off x="2715741" y="2381250"/>
            <a:ext cx="6760519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F2B56-F152-4E27-BBDE-108E14A9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访客交集 ≠ 顺序漏斗</a:t>
            </a:r>
          </a:p>
        </p:txBody>
      </p:sp>
    </p:spTree>
    <p:extLst>
      <p:ext uri="{BB962C8B-B14F-4D97-AF65-F5344CB8AC3E}">
        <p14:creationId xmlns:p14="http://schemas.microsoft.com/office/powerpoint/2010/main" val="21212703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B1DE7-0ABA-434E-81C2-19757993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分类关联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DB6CF-3F79-48E3-8198-F888D5F3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按事件时点关联商品分类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E24E-9B20-4DFE-A0E3-7827DA8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仅使用不晚于事件的属性快照，避免未来信息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7F210-52C0-4D47-BD57-26E92B257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8d86d36354ff1"/>
          <a:stretch xmlns:a="http://schemas.openxmlformats.org/drawingml/2006/main"/>
        </p:blipFill>
        <p:spPr>
          <a:xfrm xmlns:a="http://schemas.openxmlformats.org/drawingml/2006/main">
            <a:off x="2745995" y="2381250"/>
            <a:ext cx="6700009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182F7-FFAB-45B8-9DB3-B7B619C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分类覆盖率 76.16%</a:t>
            </a:r>
          </a:p>
        </p:txBody>
      </p:sp>
    </p:spTree>
    <p:extLst>
      <p:ext uri="{BB962C8B-B14F-4D97-AF65-F5344CB8AC3E}">
        <p14:creationId xmlns:p14="http://schemas.microsoft.com/office/powerpoint/2010/main" val="4836487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9C178-B168-4BC8-B093-D48212B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用户画像 /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F873B-380A-4648-93CC-6888298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群体分布与单访客查询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B3929-C3BA-43EA-914B-D0ECD4E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活跃天数、最近活跃间隔和分类偏好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5A67A-2ACA-49CF-B93A-F5B1E8924C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cc22d69764173"/>
          <a:stretch xmlns:a="http://schemas.openxmlformats.org/drawingml/2006/main"/>
        </p:blipFill>
        <p:spPr>
          <a:xfrm xmlns:a="http://schemas.openxmlformats.org/drawingml/2006/main">
            <a:off x="2697167" y="2381250"/>
            <a:ext cx="6797666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2C370-258E-489A-AF3D-0EA7F70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访客 ID ≠ 核验自然人</a:t>
            </a:r>
          </a:p>
        </p:txBody>
      </p:sp>
    </p:spTree>
    <p:extLst>
      <p:ext uri="{BB962C8B-B14F-4D97-AF65-F5344CB8AC3E}">
        <p14:creationId xmlns:p14="http://schemas.microsoft.com/office/powerpoint/2010/main" val="2985515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6509B-6810-43B4-9EE1-BF5D23D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数据质量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832D9-0B42-4B8A-9363-5BE1262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清洗与质量解释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19C20-2186-4110-9685-60F188E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有效、异常、源重试和疑似内容重复分别统计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714AC-357D-4235-A672-F8CE373B3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70768df304d12"/>
          <a:stretch xmlns:a="http://schemas.openxmlformats.org/drawingml/2006/main"/>
        </p:blipFill>
        <p:spPr>
          <a:xfrm xmlns:a="http://schemas.openxmlformats.org/drawingml/2006/main">
            <a:off x="2754106" y="2381250"/>
            <a:ext cx="6683788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76D63-FC92-418E-B5A7-2E0B74F7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疑似内容重复 460 条</a:t>
            </a:r>
          </a:p>
        </p:txBody>
      </p:sp>
    </p:spTree>
    <p:extLst>
      <p:ext uri="{BB962C8B-B14F-4D97-AF65-F5344CB8AC3E}">
        <p14:creationId xmlns:p14="http://schemas.microsoft.com/office/powerpoint/2010/main" val="2858862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65EF0-DDE4-4629-9321-107BDA5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实时监控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6F744-9597-49AE-A2FF-FF9C1A3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本轮处理结果持续更新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C3A4B-5265-4C5F-87CD-06E3B464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历史数据回放；只展示本轮已提交结果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A4252-9337-43DB-A624-88A7B7701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14923101249d3"/>
          <a:stretch xmlns:a="http://schemas.openxmlformats.org/drawingml/2006/main"/>
        </p:blipFill>
        <p:spPr>
          <a:xfrm xmlns:a="http://schemas.openxmlformats.org/drawingml/2006/main">
            <a:off x="2738438" y="2381250"/>
            <a:ext cx="671512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E8AB-C4B6-4382-ACB0-4C2EAAE4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截图中的计数属于当时轮次</a:t>
            </a:r>
          </a:p>
        </p:txBody>
      </p:sp>
    </p:spTree>
    <p:extLst>
      <p:ext uri="{BB962C8B-B14F-4D97-AF65-F5344CB8AC3E}">
        <p14:creationId xmlns:p14="http://schemas.microsoft.com/office/powerpoint/2010/main" val="10224101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C06EA-7253-49D8-A7D6-AC4C105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B546DD-8946-4819-82B2-A50AC415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644777-F9EF-4B41-9B0E-1290764E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C72A6D-DA5B-4A1C-9F24-400936A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5FA6BD-F2E4-477A-B21A-0AC4A6E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E8B91-BB57-49D9-A461-C135DFE4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FABD-8B0F-4A5B-B799-6585BC3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全量正确性与延迟验收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4BF81-2FBC-42F6-BF31-3F4CCF9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全量突发正确性与正常小样本性能，分别验证与报告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E0A7469-631A-407F-8B4D-85277CA0A79B}"/>
              </a:ext>
            </a:extLst>
          </p:cNvPr>
          <p:cNvGraphicFramePr/>
          <p:nvPr/>
        </p:nvGraphicFramePr>
        <p:xfrm>
          <a:off xmlns:a="http://schemas.openxmlformats.org/drawingml/2006/main" x="714375" y="2571750"/>
          <a:ext xmlns:a="http://schemas.openxmlformats.org/drawingml/2006/main" cx="6667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c7fadce80742a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EEA77-325B-4736-8391-A2AB483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5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2,756,101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94C8-CB5E-462A-BC3B-A9D43160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全量事件 / 417 个 UTC 桶一致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17532-5FD0-41EA-AB62-8F307D0B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910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37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8.58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12EC3-3F33-42FC-9D30-FE9535B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053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4492条 ACK 全部匹配首次显示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2C68D-3F14-472F-9B87-FC15211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4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性能为 e8090f6 正常 profile：约5条/秒、902.97秒；不是全量突发或最新提交的重测承诺</a:t>
            </a:r>
          </a:p>
        </p:txBody>
      </p:sp>
    </p:spTree>
    <p:extLst>
      <p:ext uri="{BB962C8B-B14F-4D97-AF65-F5344CB8AC3E}">
        <p14:creationId xmlns:p14="http://schemas.microsoft.com/office/powerpoint/2010/main" val="11812886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3D52E-6C74-4C86-967A-061B5F4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1FC524-A3E4-4D45-8E67-B3F5C7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499107-940D-438D-A7FC-D043A35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BE50B7-D0CB-4750-BF50-5A20F53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23829-7ED6-4AFC-91E5-6F6CDCE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66004-0BEC-46BF-90B9-AA899C60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A17A0-93FE-49E4-961F-3F1A951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团队协作与任务划分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2E077-4400-4D1F-A506-3433BF80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围绕输入、计算、服务、展示与验收组织协作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4DDD6-001A-49CC-A208-5CAEE4FBCE8E}"/>
              </a:ext>
            </a:extLst>
          </p:cNvPr>
          <p:cNvGraphicFramePr/>
          <p:nvPr/>
        </p:nvGraphicFramePr>
        <p:xfrm>
          <a:off xmlns:a="http://schemas.openxmlformats.org/drawingml/2006/main" x="809625" y="2524125"/>
          <a:ext xmlns:a="http://schemas.openxmlformats.org/drawingml/2006/main" cx="10572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524125"/>
                <a:gridCol w="6334125"/>
              </a:tblGrid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姓名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任务方向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交付重点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输入校验、Kafka 回放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实时计算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去重、指标与检查点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历史分析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分类、画像与口径核对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服务发布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接口、控制与安全发布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页面交互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图表、筛选与操作反馈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部署验收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82437"/>
                          </a:solidFill>
                          <a:latin typeface="Aptos"/>
                          <a:ea typeface="Microsoft YaHei"/>
                          <a:cs typeface="Microsoft YaHei"/>
                        </a:rPr>
                        <a:t>统一启停、集成与性能验证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701CD-991E-4F39-8DD9-4475B29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接口先约定，模块再并行；联调时只保留一个活动回放轮次</a:t>
            </a:r>
          </a:p>
        </p:txBody>
      </p:sp>
    </p:spTree>
    <p:extLst>
      <p:ext uri="{BB962C8B-B14F-4D97-AF65-F5344CB8AC3E}">
        <p14:creationId xmlns:p14="http://schemas.microsoft.com/office/powerpoint/2010/main" val="5038745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F1573-2EAD-473D-8077-B72CB1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EF1D75-4C4B-455D-8ACB-038088A1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5F4999-4A6D-4318-A3F2-F7200FF2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B4792B-848E-4A26-818E-6F4C130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31ED64-DE00-4048-9AB7-BCA6B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D855-63E3-41CB-A5EA-B3FE7E4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14722-E562-48FE-B418-1734FC4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课堂演示：固定历史与实时过程并行展示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AD896-7141-416E-A5F3-53306A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历史快照稳定可查，实时计数属于独立回放轮次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61223-5CD5-49B0-BCC6-9E2A5011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467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D0FE4-C8A2-45EF-96CA-93759C6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1 启动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5B134-BA37-4B1B-ABB2-DD9564E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./demo --full-history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E3096-6A3B-4E06-8D78-CB0A1C91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467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9243C-2EC1-4ECC-801D-78202E9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2 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3F52B-26E0-44E6-B001-D7F1D41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启动 → 暂停 → 继续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92C9B-24A4-46BD-9AD7-88CE539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467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9850E-484A-4D76-B3F3-F9B4172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312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3 结束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386A5-9452-4391-8EBC-42F8A97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80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提前停止 / ./demo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6D9F7-E9F8-4023-A278-F15F6E46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2025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3分钟只演示状态与计数变化，不等待10000条样本自然结束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52389-90C0-404B-851A-11DE0FF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57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离线备用：./demo --full-history --history-only；结束时先排空，再正常停止服务与虚拟机</a:t>
            </a:r>
          </a:p>
        </p:txBody>
      </p:sp>
    </p:spTree>
    <p:extLst>
      <p:ext uri="{BB962C8B-B14F-4D97-AF65-F5344CB8AC3E}">
        <p14:creationId xmlns:p14="http://schemas.microsoft.com/office/powerpoint/2010/main" val="19774797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29D78-F2DE-4568-A4B4-41799C1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D82332-3E92-430D-B5D5-4BADE43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"/>
            <a:ext cx="5486400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0"/>
              </a:spcAft>
              <a:buNone/>
              <a:def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电商日志分析 / 课程项目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1455AF3-4552-4586-9326-BCB4D915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spcAft>
                <a:spcPts val="0"/>
              </a:spcAft>
              <a:buNone/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5883D07-CCF2-4D16-945B-5F47745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55664"/>
            <a:ext cx="108813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B78E8E-7643-438C-8834-0A81442B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64922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  <a:defRPr sz="900" b="0">
                <a:solidFill>
                  <a:srgbClr val="6B7B90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E60B2-CF50-4631-B424-78CD265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7472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050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项目汇报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AFFFF-86CB-476C-BBAC-5754DB0C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4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汇报总结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DDE99-5CC5-496D-9A39-39D3F2C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defRPr>
            </a:pPr>
            <a:r>
              <a:rPr sz="1725" b="0">
                <a:solidFill>
                  <a:srgbClr val="6C7F99"/>
                </a:solidFill>
                <a:latin typeface="Aptos"/>
                <a:ea typeface="Microsoft YaHei"/>
                <a:cs typeface="Microsoft YaHei"/>
              </a:rPr>
              <a:t>采集可追溯、统计可核对、故障可恢复、演示可操作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DD242-77C7-40E6-8A93-B65968A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defRPr>
            </a:pPr>
            <a:r>
              <a:rPr sz="2925" b="1">
                <a:solidFill>
                  <a:srgbClr val="2563EB"/>
                </a:solidFill>
                <a:latin typeface="Aptos"/>
                <a:ea typeface="Microsoft YaHei"/>
                <a:cs typeface="Microsoft YaHei"/>
              </a:rPr>
              <a:t>ZooKeeper + Kafka + HDFS + YARN +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F0BAC-8754-4C37-BE4E-76D5570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2775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真实跨节点处理与全量核对已完成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9E61D-2DB9-43D6-B098-55C8E8D9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defRPr>
            </a:pPr>
            <a:r>
              <a:rPr sz="3150" b="1">
                <a:solidFill>
                  <a:srgbClr val="182437"/>
                </a:solidFill>
                <a:latin typeface="Aptos"/>
                <a:ea typeface="Microsoft YaHei"/>
                <a:cs typeface="Microsoft YaHei"/>
              </a:rPr>
              <a:t>谢谢聆听</a:t>
            </a:r>
          </a:p>
        </p:txBody>
      </p:sp>
    </p:spTree>
    <p:extLst>
      <p:ext uri="{BB962C8B-B14F-4D97-AF65-F5344CB8AC3E}">
        <p14:creationId xmlns:p14="http://schemas.microsoft.com/office/powerpoint/2010/main" val="17753448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2026-10-20T13:29:40.8830000Z</dcterms:created>
  <dcterms:modified xsi:type="dcterms:W3CDTF">2026-10-20T13:29:40.8830000Z</dcterms:modified>
</coreProperties>
</file>